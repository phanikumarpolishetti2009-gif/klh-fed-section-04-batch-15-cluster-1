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sldSz cx="12192000" cy="6858000"/>
  <p:notesSz cx="6858000" cy="9144000"/>
  <p:embeddedFontLst>
    <p:embeddedFont>
      <p:font typeface="Plus Jakarta Sans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8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register_diagram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truth_table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221360"/>
            <a:ext cx="10972800" cy="21500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055614"/>
            <a:ext cx="10101262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FFFFFF"/>
                </a:solidFill>
                <a:latin typeface="Plus Jakarta Sans"/>
              </a:rPr>
              <a:t>8-BIT REGISTER WITH LOAD ENABLE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516510"/>
            <a:ext cx="10120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Plus Jakarta Sans"/>
              </a:rPr>
              <a:t>Design, Implementation, and Simulation using D Flip-Flops in Logisim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07939"/>
            <a:ext cx="5750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DIGITAL DESIGN &amp;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9450" y="1607939"/>
            <a:ext cx="1028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Plus Jakarta Sans"/>
              </a:rPr>
              <a:t>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497585"/>
            <a:ext cx="4601467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Plus Jakarta Sans"/>
              </a:rPr>
              <a:t>Team Members:</a:t>
            </a:r>
            <a:endParaRPr sz="2000" b="0" i="0" u="none" dirty="0">
              <a:solidFill>
                <a:srgbClr val="F8FAFC"/>
              </a:solidFill>
              <a:latin typeface="Plus Jakarta Sans"/>
            </a:endParaRP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Phani Kumar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Jashvitha Reddy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Srujan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Akshaj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9242" y="4497585"/>
            <a:ext cx="3130450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38BDF8"/>
                </a:solidFill>
                <a:latin typeface="Plus Jakarta Sans"/>
              </a:rPr>
              <a:t>Roll Numbers:</a:t>
            </a:r>
            <a:r>
              <a:rPr b="0" i="0" u="none" dirty="0">
                <a:solidFill>
                  <a:srgbClr val="F8FAFC"/>
                </a:solidFill>
                <a:latin typeface="Plus Jakarta Sans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2620080016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2620080009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2620080010</a:t>
            </a:r>
          </a:p>
          <a:p>
            <a:pPr algn="l">
              <a:spcBef>
                <a:spcPts val="600"/>
              </a:spcBef>
            </a:pPr>
            <a:r>
              <a:rPr lang="en-US" sz="1600" b="0" i="0" u="none" dirty="0">
                <a:solidFill>
                  <a:srgbClr val="F8FAFC"/>
                </a:solidFill>
                <a:latin typeface="Plus Jakarta Sans"/>
              </a:rPr>
              <a:t>2620080021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1643" y="4497585"/>
            <a:ext cx="20597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38BDF8"/>
                </a:solidFill>
                <a:latin typeface="Plus Jakarta Sans"/>
              </a:rPr>
              <a:t>Section</a:t>
            </a:r>
            <a:r>
              <a:rPr sz="1500" b="1" i="0" u="none" dirty="0">
                <a:solidFill>
                  <a:srgbClr val="38BDF8"/>
                </a:solidFill>
                <a:latin typeface="Plus Jakarta Sans"/>
              </a:rPr>
              <a:t>:</a:t>
            </a:r>
            <a:r>
              <a:rPr lang="en-US" b="0" i="0" u="none" dirty="0">
                <a:solidFill>
                  <a:srgbClr val="F8FAFC"/>
                </a:solidFill>
                <a:latin typeface="Plus Jakarta Sans"/>
              </a:rPr>
              <a:t> 4</a:t>
            </a:r>
            <a:endParaRPr sz="1500" b="0" i="0" u="none" dirty="0">
              <a:solidFill>
                <a:srgbClr val="F8FA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95925"/>
            <a:ext cx="10972800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23975"/>
            <a:ext cx="5353050" cy="3943350"/>
          </a:xfrm>
          <a:prstGeom prst="roundRect">
            <a:avLst>
              <a:gd name="adj" fmla="val 289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1323975"/>
            <a:ext cx="5353050" cy="3943350"/>
          </a:xfrm>
          <a:prstGeom prst="roundRect">
            <a:avLst>
              <a:gd name="adj" fmla="val 289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1676400"/>
            <a:ext cx="4648200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1676400"/>
            <a:ext cx="46482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741342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Plus Jakarta Sans"/>
              </a:rPr>
              <a:t>2. INTRODUCTION &amp;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3650" y="73342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DDCA •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753100"/>
            <a:ext cx="1988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BEHAVIOR RULE: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2625" y="5734050"/>
            <a:ext cx="6429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Load = 1 → Update Data  |  Load = 0 → Hold Stored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228850"/>
            <a:ext cx="610076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What is an 8-Bit Register?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695575"/>
            <a:ext cx="4743450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A group of eight D flip-flops sharing a common clock signal to store 1 byte of binary data simultaneously</a:t>
            </a:r>
            <a:r>
              <a:rPr sz="15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2228850"/>
            <a:ext cx="56102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Project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501" y="2695575"/>
            <a:ext cx="4743450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Implement a Load Enable control input so the register updates data only when enabled, holding previous values otherwise.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23975"/>
            <a:ext cx="3505200" cy="4924425"/>
          </a:xfrm>
          <a:prstGeom prst="roundRect">
            <a:avLst>
              <a:gd name="adj" fmla="val 326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323975"/>
            <a:ext cx="3505200" cy="4924425"/>
          </a:xfrm>
          <a:prstGeom prst="roundRect">
            <a:avLst>
              <a:gd name="adj" fmla="val 326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323975"/>
            <a:ext cx="3505200" cy="4924425"/>
          </a:xfrm>
          <a:prstGeom prst="roundRect">
            <a:avLst>
              <a:gd name="adj" fmla="val 326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6638329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Plus Jakarta Sans"/>
              </a:rPr>
              <a:t>3. THEORY &amp; LOGIC CIRCUIT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3650" y="73342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DDCA •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1638300"/>
            <a:ext cx="203421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8BDF8"/>
                </a:solidFill>
                <a:latin typeface="Plus Jakarta Sans"/>
              </a:rPr>
              <a:t>D Flip-Flop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076450"/>
            <a:ext cx="2971800" cy="1616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endParaRPr lang="en-US" sz="200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2137"/>
              </a:lnSpc>
            </a:pPr>
            <a:endParaRPr lang="en-IN" sz="2000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2137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Stores 1 bit of memory. On the active rising clock edge, captures input D to output 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1638300"/>
            <a:ext cx="193335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Plus Jakarta Sans"/>
              </a:rPr>
              <a:t>2-to-1 Multiplexer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2076450"/>
            <a:ext cx="2971800" cy="1346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endParaRPr lang="en-US" sz="200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2137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Placed before each flip-flop. Selects external input when Load=1, or feedback output when Load=0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1638300"/>
            <a:ext cx="169758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Plus Jakarta Sans"/>
              </a:rPr>
              <a:t>Circuit Equation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2076450"/>
            <a:ext cx="2971800" cy="648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F8FAFC"/>
                </a:solidFill>
                <a:latin typeface="monospace"/>
              </a:rPr>
              <a:t>D</a:t>
            </a:r>
            <a:r>
              <a:rPr sz="1374" b="0" i="0" u="none">
                <a:solidFill>
                  <a:srgbClr val="F8FAFC"/>
                </a:solidFill>
                <a:latin typeface="monospace"/>
              </a:rPr>
              <a:t>i</a:t>
            </a:r>
            <a:r>
              <a:rPr sz="1650" b="0" i="0" u="none">
                <a:solidFill>
                  <a:srgbClr val="F8FAFC"/>
                </a:solidFill>
                <a:latin typeface="monospace"/>
              </a:rPr>
              <a:t> = (L · X</a:t>
            </a:r>
            <a:r>
              <a:rPr sz="1374" b="0" i="0" u="none">
                <a:solidFill>
                  <a:srgbClr val="F8FAFC"/>
                </a:solidFill>
                <a:latin typeface="monospace"/>
              </a:rPr>
              <a:t>i</a:t>
            </a:r>
            <a:r>
              <a:rPr sz="1650" b="0" i="0" u="none">
                <a:solidFill>
                  <a:srgbClr val="F8FAFC"/>
                </a:solidFill>
                <a:latin typeface="monospace"/>
              </a:rPr>
              <a:t>) + (L̅ · Q</a:t>
            </a:r>
            <a:r>
              <a:rPr sz="1374" b="0" i="0" u="none">
                <a:solidFill>
                  <a:srgbClr val="F8FAFC"/>
                </a:solidFill>
                <a:latin typeface="monospace"/>
              </a:rPr>
              <a:t>i</a:t>
            </a:r>
            <a:r>
              <a:rPr sz="1650" b="0" i="0" u="none">
                <a:solidFill>
                  <a:srgbClr val="F8FAFC"/>
                </a:solidFill>
                <a:latin typeface="monospace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2858392"/>
            <a:ext cx="29718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Ensures stable feedback loop when Load is inactive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23975"/>
            <a:ext cx="5353050" cy="4924425"/>
          </a:xfrm>
          <a:prstGeom prst="roundRect">
            <a:avLst>
              <a:gd name="adj" fmla="val 23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323975"/>
            <a:ext cx="5353050" cy="4924425"/>
          </a:xfrm>
          <a:prstGeom prst="roundRect">
            <a:avLst>
              <a:gd name="adj" fmla="val 23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1676400"/>
            <a:ext cx="409575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1676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716339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Plus Jakarta Sans"/>
              </a:rPr>
              <a:t>4. CIRCUIT DESIGN IN LOGISIM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3650" y="73342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DDCA •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228850"/>
            <a:ext cx="610076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Bit-Slice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695575"/>
            <a:ext cx="4743450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Eight identical 1-bit registers combined in parallel. All units share the common clock (CLK) and Load Enable (L)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228850"/>
            <a:ext cx="56102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Working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695575"/>
            <a:ext cx="4743450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CBD5E1"/>
                </a:solidFill>
                <a:latin typeface="Plus Jakarta Sans"/>
              </a:rPr>
              <a:t>When CLK pulses while L=1, the 8-bit input bus data is latched. When L=0, internal feedback preserves the stored 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23975"/>
            <a:ext cx="10972800" cy="4924425"/>
          </a:xfrm>
          <a:prstGeom prst="roundRect">
            <a:avLst>
              <a:gd name="adj" fmla="val 2321"/>
            </a:avLst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Register Diagram" descr="8-bit register built from eight D flip-flops sharing a common clo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12" y="1443975"/>
            <a:ext cx="7807375" cy="4684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8226028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Plus Jakarta Sans"/>
              </a:rPr>
              <a:t>5. SIMULATION RESULTS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3650" y="73342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DDCA •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16346" y="1416442"/>
            <a:ext cx="3803618" cy="4924425"/>
          </a:xfrm>
          <a:prstGeom prst="roundRect">
            <a:avLst>
              <a:gd name="adj" fmla="val 326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63854" y="1416442"/>
            <a:ext cx="3803618" cy="4924425"/>
          </a:xfrm>
          <a:prstGeom prst="roundRect">
            <a:avLst>
              <a:gd name="adj" fmla="val 326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797599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Plus Jakarta Sans"/>
              </a:rPr>
              <a:t>7. CONCLUSION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3650" y="73342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DDCA •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4379" y="1730767"/>
            <a:ext cx="273113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8BDF8"/>
                </a:solidFill>
                <a:latin typeface="Plus Jakarta Sans"/>
              </a:rPr>
              <a:t>Practical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5751" y="2587910"/>
            <a:ext cx="3350497" cy="252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endParaRPr lang="en-US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216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sz="2000" b="1" i="0" u="none" dirty="0">
                <a:solidFill>
                  <a:srgbClr val="CBD5E1"/>
                </a:solidFill>
                <a:latin typeface="Plus Jakarta Sans"/>
              </a:rPr>
              <a:t>CPU Registers:</a:t>
            </a: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 Temporary data holding in arithmetic units.</a:t>
            </a:r>
            <a:r>
              <a:rPr sz="3200" dirty="0"/>
              <a:t>
</a:t>
            </a: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2000" b="1" i="0" u="none" dirty="0">
                <a:solidFill>
                  <a:srgbClr val="CBD5E1"/>
                </a:solidFill>
                <a:latin typeface="Plus Jakarta Sans"/>
              </a:rPr>
              <a:t>Data Buffering:</a:t>
            </a: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 Synchronizing transfers across buses.</a:t>
            </a:r>
            <a:r>
              <a:rPr sz="3200" dirty="0"/>
              <a:t>
</a:t>
            </a: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2000" b="1" i="0" u="none" dirty="0">
                <a:solidFill>
                  <a:srgbClr val="CBD5E1"/>
                </a:solidFill>
                <a:latin typeface="Plus Jakarta Sans"/>
              </a:rPr>
              <a:t>I/O Ports:</a:t>
            </a: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 Latching peripheral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8179" y="1730767"/>
            <a:ext cx="409689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8BDF8"/>
                </a:solidFill>
                <a:latin typeface="Plus Jakarta Sans"/>
              </a:rPr>
              <a:t>Project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0098" y="2587910"/>
            <a:ext cx="3258982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endParaRPr lang="en-US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216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Successfully designed and simulated an 8-bit register with precise load control, validating synchronous storage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0000"/>
            <a:ext cx="10972800" cy="5350000"/>
          </a:xfrm>
          <a:prstGeom prst="roundRect">
            <a:avLst>
              <a:gd name="adj" fmla="val 2321"/>
            </a:avLst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Truth Table" descr="Truth table of the 8-bit register with load en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036" y="1375000"/>
            <a:ext cx="7339927" cy="51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8226028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Plus Jakarta Sans"/>
              </a:rPr>
              <a:t>6. TRUTH TABLE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3650" y="73342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DDCA •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341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Plus Jakarta Sans</vt:lpstr>
      <vt:lpstr>monospace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polisettiphanikumar@outlook.com</cp:lastModifiedBy>
  <cp:revision>3</cp:revision>
  <dcterms:created xsi:type="dcterms:W3CDTF">2013-01-27T09:14:16Z</dcterms:created>
  <dcterms:modified xsi:type="dcterms:W3CDTF">2026-10-14T16:23:22Z</dcterms:modified>
  <cp:category/>
</cp:coreProperties>
</file>